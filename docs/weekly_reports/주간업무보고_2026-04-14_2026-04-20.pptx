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▶ 주간 업무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주간업무보고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DDE8F5"/>
                </a:solidFill>
                <a:latin typeface="맑은 고딕"/>
                <a:ea typeface="맑은 고딕"/>
                <a:cs typeface="맑은 고딕"/>
              </a:rPr>
              <a:t>2026년 4월 3주차 (04/14 화 ~ 04/20 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DDE8F5"/>
                </a:solidFill>
                <a:latin typeface="맑은 고딕"/>
                <a:ea typeface="맑은 고딕"/>
                <a:cs typeface="맑은 고딕"/>
              </a:rPr>
              <a:t>연구개발팀 · 백현규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2026년 4월 3주차 (04/14 화 ~ 04/20 월)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2704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소부장 R&amp;D 사업계획서 본문 8개 섹션 신규 작성 완료 (과제 개요·연구방법·WBS·활용방안·실증계획·지역특화·개방형혁신·선행연구)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957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ATL AXIS 일정 관리 풀스택 고도화 완료 (실제 시작/종료일 필드·간트 이중 바·긴급도 6등급 시각화·말줄임 툴팁)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6440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ATL-RAMS ALE·ALDC·ALC 파형 데이터 손실·오실로스코프·복합파형·연결 flicker·반응형 레이아웃 등 다수 품질 결함 일괄 수정 (996 테스트 통과)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3308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ATL AXIS 배포 환경 도메인 연결 (nginx + Cloudflare TLS), RBAC 풀스택, n8n 자동화 인프라 (19개 이벤트·워크플로우 4종) 구축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0176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다음 주 포커스: 시험 전/후 속성 QA 안정화, ALE 복합파형 기능 확장, lineauto PR-8 후속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소부장 R&amp;D 사업계획서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ATL-RAMS 확장 연구개발 과제 · 완료 6건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" cy="746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01. 사업계획서 목차 리스트업 및 WBS 수립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508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0972800" cy="472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공고문·제출 서류·FAQ 등 참고자료 7건 분석 기반 본문 전체 목차 구조화. ATL-RAMS 현재 개발 현황(완성도 70~95%) 및 W1~W6 마일스톤과의 연계 관계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6960"/>
            <a:ext cx="73152" cy="746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469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02. 선행연구개발 결과 활용계획 신규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469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3469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48712"/>
            <a:ext cx="10972800" cy="472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HW/SW 미개발 전제로 '고속 파형 생성 기술 선행연구로 원천기술 확보, 본 과제에서 HW+SW 신규 개발' 컨셉 확립. 6개 원천기술×3단 매핑 테이블, TRL 3~4 조정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85160"/>
            <a:ext cx="73152" cy="746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851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03. 연구개발 방법 섹션 신규 작성 및 4대 구성요소 기반 재편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851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31851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86912"/>
            <a:ext cx="10972800" cy="472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4대 시스템 구성요소(ATL_RAMS·WaveGenerator·AMP·챔버) 중심 재구성. 챔버 영역을 '전문 제조사 상용 열챔버 도입 + 통신 인터페이스·SW 연동' 컨셉으로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73152" cy="746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233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04. 기술개발일정 및 WBS 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0233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40233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25112"/>
            <a:ext cx="10972800" cy="472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7개 Work Package 구조, M1~M24 월별 Gantt Chart, 5개 핵심 마일스톤 정의. 챔버(WP3) 일정 2차년도 이동 및 의존 관계 재조정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61560"/>
            <a:ext cx="73152" cy="746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615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05. 연구개발성과 활용방안 및 기대효과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8615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48615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63312"/>
            <a:ext cx="10972800" cy="472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사업화 목표·전략, 지정학적 리스크 대응(호르무즈·사우디 Vision 2030), ESG 연계, IP 전략, 기대효과 구성. 제품 라인업을 ATL-RAMS ALE 단일 제품으로 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99760"/>
            <a:ext cx="73152" cy="746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99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06. 지역특화·실증계획·개방형혁신·과제 개요 문서 작성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699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5699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01512"/>
            <a:ext cx="10972800" cy="472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전기전자 분야 전략 품목 정의 및 1:1 대응표. 4단계 실증 로드맵 수립(내부→통합→현장→공인). 타 분야 확장 대응표(자동차 EMC·의료기기·배터리 SOH·우주항공)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ATL AXIS (Frontend + Backend)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SaaS 시험소 운영 플랫폼 · 완료 14건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01. 일정 관리 실제 시작/종료일 필드 및 간트 이중 바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508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백엔드 엔티티·DTO·Service 확장, 프론트엔드 UI 5종(다이얼로그·상세 시트·간트·목록·Excel) 확장. 간트 이중 바(실제 solid + 계획 dashed) + 툴팁 병렬 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94114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94114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02. 배포 환경 도메인 연결 및 nginx 리버스 프록시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894114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1894114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95866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atl-axis.com 도메인 80/443 포트 리스너 부재 문제 해결. Cloudflare Origin Certificate + TLS 1.2/1.3, Next.js 정책 기반 재작성(캐싱·보안 헤더·gzip·CORS)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79468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7946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03. 내 일정 관리 품질 결함 일괄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7946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04/16~17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227946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581220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Radix Collapsible onOpenChange 패턴 수정, 간트 트리 전체 접기/펼치기 복구, Hydration Mismatch 수정, TruncatedText 말줄임+호버 툴팁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64822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664822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04. 긴급도(Urgency) 시각화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6482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2664822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966574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6등급 체계(overdue/due-today/at-risk/in-progress/upcoming/completed) 통합 판정 헬퍼 구축. 상단 공통 배너·재사용 뱃지·간트/리스트/보드/캘린더 4개 뷰 일괄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50176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050176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05. RBAC 풀스택 구현 + 규격·시험항목·견적 3개 페이지 품질 점검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50176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3050176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351928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tb_user_role 시드 마이그레이션, AuthService 권한 합산, 14개 컨트롤러 @Roles(). Next.js middleware·RouteGuard·PermissionGate·/403 페이지 구축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435530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3553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06. n8n 자동화 공통 웹훅 인프라 + Phase 2~8 확장 + 워크플로우 4종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43553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343553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737282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17개 이벤트·HMAC-SHA256·5회 재시도 크론, n8n-auth.guard. 마스터 라우터·Slack Interactive·DocuSign·Google Calendar Sync 워크플로우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20884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820884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07. 캘린더 API 500·LEG 편집 500·규격 삭제 400 에러 수정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20884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04/16~17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3820884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122636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actual_start_date_time 누락 컬럼 마이그레이션, uq_leg_code UNIQUE 슬롯 해제 패턴. DeleteReasonDialog 조기 종료 해소 및 HAS_REFERENCES code propagation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38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20623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08. 라우팅 세션 동기화 버그 수정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20623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44200" y="420623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507990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 Router route group((authenticated)) 도입으로 children remount 경쟁 원천 제거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591592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591592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09. 알림 기능 풀스택 구현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59159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4591592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893344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NotificationsGateway·EventEmitterModule·ScheduleModule 리마인더 크론. REST·Zustand+Immer·WebSocket 훅·NotificationBell 구축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76946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976946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10. 시험 항목 시험 전/후(Phase) 속성 풀스택 구현 및 QA 통과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976946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4976946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278698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DB 컬럼·enum·DTO·서비스 확장, TestPhaseBadge·RadioGroup·LegOverviewGrid 3분할 리팩터. Phase(1차)→ItemRole(2차) 2단 그룹핑, LEG 빌더 Phase×Zone AND 필터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362300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36230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11. 디자인 시스템 시맨틱 컬러 토큰 전역 도입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36230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536230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664052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24+ 파일의 bg-emerald/amber/rose/sky/indigo/violet/teal/cyan 패턴 해소. --color-success/warning/info + foreground 6종 매핑 신설, 라이트/다크 자동 분기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47654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747654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12. 견적 빌더·이메일·PDF 기능 개선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5747654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4200" y="5747654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6049406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LEG zone 필터 구현 및 이후 실내/실외 배지·Zone 필터 제거 리팩터. 네비게이터 접기·오버뷰 확대, 이메일 금액 제거, PDF 조항 번호 표시, CC 자동완성 구현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133008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613300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13. 규격·사용자·계정 관련 버그 4종 수정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613300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44200" y="6133008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434760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소프트삭제 UNIQUE 충돌 → ConflictException(409) 변환. SUPER_ADMIN 403 차단 해소, NavUser hydration mismatch 수정, 규격 빌더 pseudo 상태 수정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6518362"/>
            <a:ext cx="73152" cy="29391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6518362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14. DB 수정 후 list 화면 stale UI 일괄 해결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6518362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44200" y="6518362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6820114"/>
            <a:ext cx="10972800" cy="1959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useRefetchOnFocus 공통 훅 신설(mount + visibilitychange + focus, 1s throttle). 6개 list 페이지 일괄 교체 + create store 강제 동기화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ATL-RAMS (JavaFX + Spring Boot)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EMC 시험 파형 생성 장비 · 완료 8건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01. 파형·실시간 모니터링 데이터 손실 문제 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508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ALE/ALC/ALDC 이중 버퍼(DisplayWindow/RetentionStore) 아키텍처 적용. ALC O(n²) 루프 제거, ALDC 채널 토글 정책 전환, ALE LIVE Freeze/Pan. 891 테스트 통과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02. ALE 모듈 QA 테스트 인프라 구축 및 커버리지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488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14884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5059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JaCoCo·TestFX·Testcontainers·Awaitility 도입. Strategy 10종 계약 테스트 40케이스, Rule 헬퍼 3종. 996 tests 전부 GREEN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03. ALE 가상 오실로스코프 반응형·기능 결함 일괄 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8892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27889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9067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FXML 반응형 전환, ScreenSizeUtil 적용. 자동 TIME/DIV 락 피드백 루프, LIVE 모드 무반응, Seek 드래그 덮어쓰기 방지. 274 tests 0 failures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2900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2900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04. ALE 장비 연결 상태 UI 깜빡임 버그 수정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42900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342900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3075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폴러 양방향 전환을 positive 승격만으로 단순화, HEARTBEAT_TIMEOUT_MS 10→15s 완화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6908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6908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05. ALE 다크 모드 UI/UX 고도화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06908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406908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7083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4단계 엘리베이션 토큰 체계, 10개 패널 재매핑. WCAG AA 기준(4.5:1) 충족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916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7091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06. JavaFX 반응형 레이아웃 전면 수정 및 전체화면 복원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7091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47091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1091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ScreenSizeUtil 신규, 4개 Controller + 8개 FXML 하드코딩 제거. 25개 다이얼로그 setMaxWidth/Height, maximized 복원 로직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4924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4924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07. ALE 복합파형 미리보기 LINEAR/EXR 보정 및 구간 반복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3492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534924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65099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LINEAR 수직 강제 절대 10ms OR 비율 2%로 확장, EXR 최소 표시 폭 보장. innerRepeat 풀스택(Flyway V44/V46·FXML UI·검증 불변식·3테마 CSS)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989320"/>
            <a:ext cx="73152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98932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08. ALE 파형 미리보기 전체 영역 채우기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98932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44200" y="59893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9107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NumberAxis autoRanging 한계 해소(명시적 bound + tickUnit 수동 지정). resetZoom 호환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ATL-RAMS RFQ 문서 (ALDC/ALPV)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글로벌 벤더 견적 자료 · 완료 4건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01. ALDC·ALPV RFQ 비교 견적 자료 산출 및 재설계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508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Keysight·HIOKI·Chroma·Kikusui·Yokogawa·Ametek 6개 벤더 비교. 4개 카테고리 구분, 조합 3안 비교 → 조합 B 권장. Markdown/Excel 6종 산출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02. ALDC 채널당·ALPV 유닛당 원가 구조 재설계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231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231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249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ALDC ₩158,500 산출(원가율 5~8%). ALPV ₩1,195,600 산출(원가율 12%). R&amp;D 투자 회수 분석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03. ALPV RFQ 조합 B R&amp;D 투자 규모 재조정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375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33375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393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판매가 ₩10M 대비 조합 B ₩64.5M이 6.4배 과중 지적 반영. Cat A·C·D 다운스케일, 조합 B 총액 ₩64.5M→₩41.4M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04. ALDC RFQ 유닛당 ₩10M 기준 전면 재설계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2519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42519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537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채널당→유닛당 가격 전략 통일, 매출총이익률 95.2%. ALPV_RFQ.xlsx 요약 시트 합계·VAT·권장 문구 갱신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lineauto (리니지 클래식 자동사냥 매크로)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Python 자동화 봇 · 완료 5건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01. Phase 1 자동공격 MVP (Click+Drag-Down+Release)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508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HIDDevice Protocol drag 메서드 추가, 5개 백엔드 일괄 구현. DragTimingGenerator·BT drag provider·Engine. 564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02. 실전 로그 기반 버그 수정 + Phase 2 HuntingLoop + Phase 3 APPROACHING/LOOTING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231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231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249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클릭 스팸 제거, Drag-once + click muting. vision/tracker.py 신규(IoU+class match). HuntingLoop 5-state FSM 완성. 634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03. OCR 툴팁 hover-probe 기반 몬스터 이름 확정 타겟팅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375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33375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393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NameProbe.probe API(250ms timeout·cache_ttl_ms=1500). NearestTargeting·is_reachable 직선 샘플. 744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04. Attack Command Sequencer + PR-2~PR-5 후속 로드맵 (6축 MVP)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2519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04/17~20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42519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537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engage→verify→settle 3-phase 재구성, AttackOutcome Enum. PR-2 Perception·PR-3 Lock-on·PR-4 Stuck Detection·PR-5 Lead + Skill Rotation. 753→941 passed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05. firmware/v2 정합 drift 4건 수정 + PR-6 Attack Strategy 재설계 + PR-7 HP Probe 보정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1663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51663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681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D1 proto bool attack=8 누락, D2 drag edge-trigger. AttackStrategy Protocol + 3 구현체, default space 키. HPProbeConfig sampling_policy 4종·auto_disable_frames=30. 941→1010 passed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에이전트·하네스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자동화 인프라 구축 · 완료 2건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01. 주간업무보고 PPT 생성 에이전트 하네스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5087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레퍼런스 PPT 19슬라이드 구조 분석(맑은 고딕+나눔스퀘어 네오 Heavy, Office 강조색). 단일 에이전트(weekly-report-ppt-generator) + 전용 스킬 분리, reference.pptx + blocks.pptx 듀얼 템플릿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02. 일일업무보고 에이전트 프로젝트 그룹핑 고도화 플랜 수립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2316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04/16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2316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1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2491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4개 고정 카테고리 구조를 프로젝트 H2/카테고리 H3 구조로 전환. 프로젝트 식별 7단계 체인, 구 포맷 Preserve 전략, E2E 검증 6종 시나리오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주간 특이사항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구조적 전환 및 인프라 변경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ATL AXIS 배포 환경 구성 전환 (04/16)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Cloudflare + nginx 리버스 프록시 기반으로 프로덕션 도메인(atl-axis.com) 구성 완료. 후속 SSL/TLS Full(strict) 전환·Origin Certificate 발급·방화벽 설정은 사용자 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728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Next.js 16 업그레이드 단행 (04/20)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Next.js 15.x Turbopack의 Tailwind v4 오염 버그로 인한 빌드 실패 해소. --turbopack opt-out + .next 자동 정리 predev 훅으로 이중 안전망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109728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하네스 기반 자동화 체계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3367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feature-dev-orchestrator·rams-feature-orchestrator·fullstack-orchestrator 3개 파이프라인 상시 활용. designer→backend+frontend→QA→code-reviewer 순서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리스크 및 이슈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미해결 항목 및 대응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lineauto pre-existing lint/mypy 위반 누적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1627632"/>
            <a:ext cx="128016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1627632"/>
            <a:ext cx="12801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영향: PR-8 이후 병합 시 베이스라인 교란 우려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대응: 별도 PR로 분리 정리 예정(non-blocking)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109728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ESP32 실하드웨어 스모크 테스트 미완료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724912"/>
            <a:ext cx="128016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2724912"/>
            <a:ext cx="12801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미해결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3580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영향: firmware/v2 edge-trigger drag 실환경 검증 부재, 전략 B→C 전환 판단 불가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대응: 실하드웨어 연결 후 스모크 테스트 진행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109728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Docker 환경 Testcontainers Flyway IT 실제 실행 부재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3822192"/>
            <a:ext cx="128016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3822192"/>
            <a:ext cx="12801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3308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영향: V1~V43 전버전 회귀 검증이 Skip 상태로 누적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3484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대응: CI 파이프라인에서 Docker 환경 확보 후 정기 실행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92040"/>
            <a:ext cx="109728" cy="9601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테스트 인프라(Vitest + RTL / Playwright) 미도입 (ATL AXIS)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4919472"/>
            <a:ext cx="128016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4919472"/>
            <a:ext cx="12801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미해결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30368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영향: 프론트엔드 자동 회귀 검증 부재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대응: 스택 결정 후 단계적 도입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다음 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2026-04-21 ~ 2026-04-27 (예정)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3619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시험 전/후 Phase 기능 런타임 검증 및 UX 보완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프로덕션 데이터 기반 Phase 필터 정확도·성능 점검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3055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ALE 복합 파형 기능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2316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구간 반복 기능 사용자 피드백 반영, innerRepeat edge-case 대응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2491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lineauto PR-8 후속 로드맵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skill rotation jitter/pre-delay 추가, MOVE_RANDOM jitter, pre-existing lint 정리 PR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1927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Strategy 4종 테스트 추가 및 TestSequenceService 테스트 보강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1188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SignSwap·VoltFlucRipple·RippleImmunity·EmTestSegmentDetector·ResetRipple 커버리지 갭 해소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91363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TestFX Presentation E2E 도입 및 JavaFX 21 module opens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20624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AleMainController 기반 E2E 시나리오 구축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0799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Docker 환경 Testcontainers Flyway IT 실제 실행 및 GitHub Actions CI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80060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V1~V43 회귀 검증 정기화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2064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10235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소부장 R&amp;D 사업계획서 최종 취합 및 제출 준비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39496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 8개 섹션 + 과제 개요 + WBS 취합, 제출 양식 최종 검수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1500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696712"/>
            <a:ext cx="106984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  <a:ea typeface="맑은 고딕"/>
                <a:cs typeface="맑은 고딕"/>
              </a:rPr>
              <a:t>ATL AXIS 사업화 영역 기능 고도화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98932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배지 컬러 시맨틱 토큰 완성도 점검, quotation/create 749줄 분해 리팩터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주간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및 분석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분석 기간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647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2026-04-14 (화) ~ 2026-04-20 (월)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013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일일보고서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647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5 / 5 건 (평일 전체, 토·일 제외)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231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871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완료 업무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505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52 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4231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4231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871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중 업무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505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0 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089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1089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1729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신규 착수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1363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52 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1089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1729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주 이월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1363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8 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94760"/>
            <a:ext cx="5394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794760"/>
            <a:ext cx="109728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8587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ISO 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82219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2026-W16 ~ W17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사용자 지정 기간 4/14(화)~4/20(월)은 ISO 주차 W16~W17에 걸쳐 있으며, 주말(4/18·4/19)은 일일업무보고 대상에서 제외됨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연구개발팀 · 백현규 · 2026-04-14 ~ 2026-04-20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DDE8F5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DDE8F5"/>
                </a:solidFill>
                <a:latin typeface="맑은 고딕"/>
                <a:ea typeface="맑은 고딕"/>
                <a:cs typeface="맑은 고딕"/>
              </a:rPr>
              <a:t>연구개발팀 · 백현규 · 2026-04-20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